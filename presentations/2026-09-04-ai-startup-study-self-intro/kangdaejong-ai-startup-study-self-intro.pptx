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자료 출처: https://kangdaejong.com / https://work.kangdaejong.com,2026-09-04 기준 공개 수치: 제품 16, 출시 앱 7, 오픈소스 도구 3, 뉴스레터 111편.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75488"/>
            <a:ext cx="393192" cy="393192"/>
          </a:xfrm>
          <a:prstGeom prst="roundRect">
            <a:avLst>
              <a:gd name="adj" fmla="val 18605"/>
            </a:avLst>
          </a:prstGeom>
          <a:solidFill>
            <a:srgbClr val="153E36"/>
          </a:solidFill>
          <a:ln w="12700">
            <a:solidFill>
              <a:srgbClr val="153E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89204"/>
            <a:ext cx="3931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mβ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" y="5029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5F7F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MINUS BETA STUDIO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759952" y="5029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spc="110" kern="0" dirty="0">
                <a:solidFill>
                  <a:srgbClr val="A9B1B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STARTUP STUDY · 2026.09.04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21792" y="1005840"/>
            <a:ext cx="10936224" cy="0"/>
          </a:xfrm>
          <a:prstGeom prst="line">
            <a:avLst/>
          </a:prstGeom>
          <a:noFill/>
          <a:ln w="8890">
            <a:solidFill>
              <a:srgbClr val="2A31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29844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강대종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3401568" y="1408176"/>
            <a:ext cx="1627632" cy="301752"/>
          </a:xfrm>
          <a:prstGeom prst="roundRect">
            <a:avLst>
              <a:gd name="adj" fmla="val 24242"/>
            </a:avLst>
          </a:prstGeom>
          <a:solidFill>
            <a:srgbClr val="153E36"/>
          </a:solidFill>
          <a:ln w="12700">
            <a:solidFill>
              <a:srgbClr val="153E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44018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E0C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 빌더 · 서울 마포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21792" y="1874520"/>
            <a:ext cx="60807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90000"/>
              </a:lnSpc>
              <a:buNone/>
            </a:pPr>
            <a:r>
              <a:rPr lang="en-US" sz="30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작게 만들고,</a:t>
            </a:r>
            <a:endParaRPr lang="en-US" sz="3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30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오래 운영합니다.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마이너스베타스튜디오 대표 · 생활 앱과 AI 서비스를 직접 만들고 검증하며 운영합니다.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" y="3364992"/>
            <a:ext cx="1353312" cy="932688"/>
          </a:xfrm>
          <a:prstGeom prst="roundRect">
            <a:avLst>
              <a:gd name="adj" fmla="val 8824"/>
            </a:avLst>
          </a:prstGeom>
          <a:solidFill>
            <a:srgbClr val="181D23"/>
          </a:solidFill>
          <a:ln w="8890">
            <a:solidFill>
              <a:srgbClr val="2A313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4747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68096" y="38679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제품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03120" y="3364992"/>
            <a:ext cx="1353312" cy="932688"/>
          </a:xfrm>
          <a:prstGeom prst="roundRect">
            <a:avLst>
              <a:gd name="adj" fmla="val 8824"/>
            </a:avLst>
          </a:prstGeom>
          <a:solidFill>
            <a:srgbClr val="181D23"/>
          </a:solidFill>
          <a:ln w="8890">
            <a:solidFill>
              <a:srgbClr val="2A31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34747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2249424" y="38679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출시 앱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584448" y="3364992"/>
            <a:ext cx="1353312" cy="932688"/>
          </a:xfrm>
          <a:prstGeom prst="roundRect">
            <a:avLst>
              <a:gd name="adj" fmla="val 8824"/>
            </a:avLst>
          </a:prstGeom>
          <a:solidFill>
            <a:srgbClr val="181D23"/>
          </a:solidFill>
          <a:ln w="8890">
            <a:solidFill>
              <a:srgbClr val="2A313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30752" y="34747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3730752" y="38679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오픈소스 도구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65776" y="3364992"/>
            <a:ext cx="1353312" cy="932688"/>
          </a:xfrm>
          <a:prstGeom prst="roundRect">
            <a:avLst>
              <a:gd name="adj" fmla="val 8824"/>
            </a:avLst>
          </a:prstGeom>
          <a:solidFill>
            <a:srgbClr val="181D23"/>
          </a:solidFill>
          <a:ln w="8890">
            <a:solidFill>
              <a:srgbClr val="2A313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0" y="34747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111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5212080" y="38679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뉴스레터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46268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4FE0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 BUILD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" y="492861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앱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52303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한줄일기 · 메모요 · 약먹자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99232" y="492861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99923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첫이름 — AI 사주 작명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93792" y="49286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자동화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93792" y="523036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Codex · Claude · Grok Bridge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16368" y="1261872"/>
            <a:ext cx="4032504" cy="4315968"/>
          </a:xfrm>
          <a:prstGeom prst="roundRect">
            <a:avLst>
              <a:gd name="adj" fmla="val 2721"/>
            </a:avLst>
          </a:prstGeom>
          <a:solidFill>
            <a:srgbClr val="13171C"/>
          </a:solidFill>
          <a:ln w="10160">
            <a:solidFill>
              <a:srgbClr val="2A313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45552" y="15727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쓰는 방식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845552" y="1920240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 하나가 아니라, 작은 팀의 운영 방식으로.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19288" y="2514600"/>
            <a:ext cx="0" cy="1856232"/>
          </a:xfrm>
          <a:prstGeom prst="line">
            <a:avLst/>
          </a:prstGeom>
          <a:noFill/>
          <a:ln w="15240">
            <a:solidFill>
              <a:srgbClr val="2A313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45552" y="2386584"/>
            <a:ext cx="347472" cy="347472"/>
          </a:xfrm>
          <a:prstGeom prst="ellipse">
            <a:avLst/>
          </a:prstGeom>
          <a:solidFill>
            <a:srgbClr val="4FE0C0"/>
          </a:solidFill>
          <a:ln w="12700">
            <a:solidFill>
              <a:srgbClr val="4FE0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45552" y="239572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385048" y="23774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BUILD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385048" y="26609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아이디어를 작게 제품으로 만듭니다.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845552" y="3227832"/>
            <a:ext cx="347472" cy="347472"/>
          </a:xfrm>
          <a:prstGeom prst="ellipse">
            <a:avLst/>
          </a:prstGeom>
          <a:solidFill>
            <a:srgbClr val="4FE0C0"/>
          </a:solidFill>
          <a:ln w="12700">
            <a:solidFill>
              <a:srgbClr val="4FE0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45552" y="323697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385048" y="3218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OPERATE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385048" y="35021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에이전트와 자동화로 반복을 줄입니다.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845552" y="4069080"/>
            <a:ext cx="347472" cy="347472"/>
          </a:xfrm>
          <a:prstGeom prst="ellipse">
            <a:avLst/>
          </a:prstGeom>
          <a:solidFill>
            <a:srgbClr val="4FE0C0"/>
          </a:solidFill>
          <a:ln w="12700">
            <a:solidFill>
              <a:srgbClr val="4FE0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45552" y="407822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385048" y="40599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5F7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SHARE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385048" y="4343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과정과 실패를 기록으로 남깁니다.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516368" y="5742432"/>
            <a:ext cx="4032504" cy="621792"/>
          </a:xfrm>
          <a:prstGeom prst="roundRect">
            <a:avLst>
              <a:gd name="adj" fmla="val 11765"/>
            </a:avLst>
          </a:prstGeom>
          <a:solidFill>
            <a:srgbClr val="4FE0C0"/>
          </a:solidFill>
          <a:ln w="12700">
            <a:solidFill>
              <a:srgbClr val="4FE0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0" y="5843016"/>
            <a:ext cx="1435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나누고 싶은 것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0" y="601675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1인이 AI를 팀처럼 쓰는 법</a:t>
            </a:r>
            <a:endParaRPr lang="en-US" sz="13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742432"/>
            <a:ext cx="621792" cy="621792"/>
          </a:xfrm>
          <a:prstGeom prst="rect">
            <a:avLst/>
          </a:prstGeom>
        </p:spPr>
      </p:pic>
      <p:sp>
        <p:nvSpPr>
          <p:cNvPr id="51" name="Text 48"/>
          <p:cNvSpPr/>
          <p:nvPr/>
        </p:nvSpPr>
        <p:spPr>
          <a:xfrm>
            <a:off x="1417320" y="584301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kangdaejong.com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417320" y="6071616"/>
            <a:ext cx="2331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A9B1B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· 작업일지 · 뉴스레터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5010912" y="59344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spc="70" kern="0" dirty="0">
                <a:solidFill>
                  <a:srgbClr val="A9B1B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Tools Worth Keeping.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마이너스베타스튜디오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강대종 자기소개 · 마이너스베타스튜디오</dc:title>
  <dc:subject>AI 창업 스터디 자기소개</dc:subject>
  <dc:creator>강대종 · 마이너스베타스튜디오</dc:creator>
  <cp:lastModifiedBy>강대종 · 마이너스베타스튜디오</cp:lastModifiedBy>
  <cp:revision>1</cp:revision>
  <dcterms:created xsi:type="dcterms:W3CDTF">2026-09-04T00:06:32Z</dcterms:created>
  <dcterms:modified xsi:type="dcterms:W3CDTF">2026-09-04T00:06:32Z</dcterms:modified>
</cp:coreProperties>
</file>