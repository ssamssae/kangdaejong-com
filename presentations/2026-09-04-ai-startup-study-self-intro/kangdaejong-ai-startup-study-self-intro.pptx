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572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마이너스베타스튜디오 · 1인 스튜디오 · 마포구 공덕동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마포구 AI 창업 스터디 1회 · 2026.09.04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00" kern="0" dirty="0">
                <a:solidFill>
                  <a:srgbClr val="1016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강대종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 7개를 혼자 만들고 운영하는 1인 스튜디오 대표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2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만들고, 오래 운영합니다.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6583680" cy="0"/>
          </a:xfrm>
          <a:prstGeom prst="line">
            <a:avLst/>
          </a:prstGeom>
          <a:noFill/>
          <a:ln w="12700">
            <a:solidFill>
              <a:srgbClr val="DDD3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0906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만든 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36499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1016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40080" y="4041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출시 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334256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한줄일기 · 메모요 · 약먹자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더치페이 계산기 · 단어요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한컵 · 포모도로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880360" y="336499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1016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2880360" y="4041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서비스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880360" y="4334256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첫이름 — 사주·획수를 따져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 이름 후보를 뽑는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작명 서비스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20640" y="336499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1016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120640" y="4041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오픈소스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120640" y="4334256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· Codex · Grok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Telegram Bridge —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폰으로 내 컴퓨터 AI 부리기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5394960"/>
            <a:ext cx="6583680" cy="0"/>
          </a:xfrm>
          <a:prstGeom prst="line">
            <a:avLst/>
          </a:prstGeom>
          <a:noFill/>
          <a:ln w="12700">
            <a:solidFill>
              <a:srgbClr val="DDD3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26680" y="914400"/>
            <a:ext cx="3840480" cy="4480560"/>
          </a:xfrm>
          <a:prstGeom prst="roundRect">
            <a:avLst>
              <a:gd name="adj" fmla="val 2857"/>
            </a:avLst>
          </a:prstGeom>
          <a:solidFill>
            <a:srgbClr val="10161F"/>
          </a:solidFill>
          <a:ln w="12700">
            <a:solidFill>
              <a:srgbClr val="1016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74152" y="123444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혼자지만, 팀처럼 일합니다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074152" y="16276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A57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에이전트 3 — 대표 1 · 워커 2. 감독은 사람.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74152" y="2148840"/>
            <a:ext cx="310896" cy="310896"/>
          </a:xfrm>
          <a:prstGeom prst="ellipse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74152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13064" y="2121408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만들기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513064" y="2404872"/>
            <a:ext cx="2706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F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아이디어는 작은 앱으로 먼저 내보내고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F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스토어 반응으로 검증합니다.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74152" y="3200400"/>
            <a:ext cx="310896" cy="310896"/>
          </a:xfrm>
          <a:prstGeom prst="ellipse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74152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13064" y="3172968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513064" y="3456432"/>
            <a:ext cx="2706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F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고객응대·배포·보고 같은 반복은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F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에이전트와 브릿지가 처리합니다.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074152" y="4251960"/>
            <a:ext cx="310896" cy="310896"/>
          </a:xfrm>
          <a:prstGeom prst="ellipse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74152" y="4251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13064" y="4224528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513064" y="4507992"/>
            <a:ext cx="2706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F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작업일지·뉴스레터·전자책 3권으로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F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과정과 실패를 공개합니다.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726680" y="5532120"/>
            <a:ext cx="3840480" cy="777240"/>
          </a:xfrm>
          <a:prstGeom prst="roundRect">
            <a:avLst>
              <a:gd name="adj" fmla="val 11765"/>
            </a:avLst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74152" y="5605272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6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나누고 싶은 것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001000" y="58338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1인이 AI로 여러 제품을 동시에 굴리는 법</a:t>
            </a:r>
            <a:endParaRPr lang="en-US" sz="1500" dirty="0"/>
          </a:p>
        </p:txBody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532120"/>
            <a:ext cx="777240" cy="77724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1554480" y="55778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kangdaejong.com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1554480" y="59070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· 작업일지 · 뉴스레터 — work.kangdaejong.com</a:t>
            </a:r>
            <a:endParaRPr lang="en-US" sz="1150" dirty="0"/>
          </a:p>
        </p:txBody>
      </p:sp>
      <p:sp>
        <p:nvSpPr>
          <p:cNvPr id="41" name="Text 38"/>
          <p:cNvSpPr/>
          <p:nvPr/>
        </p:nvSpPr>
        <p:spPr>
          <a:xfrm>
            <a:off x="4754880" y="5806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B882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Worth Keeping.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마이너스베타스튜디오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강대종 자기소개 — 마포구 AI 창업 스터디 1회</dc:title>
  <dc:subject>PptxGenJS Presentation</dc:subject>
  <dc:creator>강대종 · 마이너스베타스튜디오</dc:creator>
  <cp:lastModifiedBy>강대종 · 마이너스베타스튜디오</cp:lastModifiedBy>
  <cp:revision>1</cp:revision>
  <dcterms:created xsi:type="dcterms:W3CDTF">2026-09-04T04:40:22Z</dcterms:created>
  <dcterms:modified xsi:type="dcterms:W3CDTF">2026-09-04T04:40:22Z</dcterms:modified>
</cp:coreProperties>
</file>